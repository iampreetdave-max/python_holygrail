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embeddedFontLst>
    <p:embeddedFont>
      <p:font typeface="Verdana" panose="020B0604030504040204" pitchFamily="34" charset="0"/>
      <p:regular r:id="rId42"/>
      <p:bold r:id="rId43"/>
      <p:italic r:id="rId44"/>
      <p:boldItalic r:id="rId45"/>
    </p:embeddedFont>
    <p:embeddedFont>
      <p:font typeface="PT Sans Narrow" panose="020B0604020202020204" charset="0"/>
      <p:regular r:id="rId46"/>
      <p:bold r:id="rId47"/>
    </p:embeddedFont>
    <p:embeddedFont>
      <p:font typeface="Roboto" panose="020B0604020202020204" charset="0"/>
      <p:regular r:id="rId48"/>
      <p:bold r:id="rId49"/>
      <p:italic r:id="rId50"/>
      <p:boldItalic r:id="rId51"/>
    </p:embeddedFont>
    <p:embeddedFont>
      <p:font typeface="Open Sans" panose="020B0604020202020204" charset="0"/>
      <p:regular r:id="rId52"/>
      <p:bold r:id="rId53"/>
      <p:italic r:id="rId54"/>
      <p:boldItalic r:id="rId55"/>
    </p:embeddedFont>
    <p:embeddedFont>
      <p:font typeface="Roboto Thin" panose="020B060402020202020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10264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21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5d1430ec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5d1430ec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0012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5d1430ec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b5d1430ecd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793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b5d1430ec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b5d1430ec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6174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5d1430ec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b5d1430ec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159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b5d1430ecd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b5d1430ecd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123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b5d1430ecd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b5d1430ecd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95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b5d1430ec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b5d1430ec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597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5d1430ec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5d1430ec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293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5d1430ecd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b5d1430ecd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722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5d1430ec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b5d1430ec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901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b5d1430ecd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b5d1430ecd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2979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5d1430ecd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b5d1430ecd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093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5d1430ec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b5d1430ec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854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5d1430ecd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5d1430ecd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3583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b5d1430ecd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b5d1430ecd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445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5d1430ecd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5d1430ecd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672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b5d1430ecd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b5d1430ecd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2387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5d1430ecd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5d1430ecd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6428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b5d1430ecd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b5d1430ecd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341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b5d1430ecd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b5d1430ecd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601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5d1430ecd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5d1430ecd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4714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5d1430ecd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5d1430ecd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944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b5d1430ecd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b5d1430ecd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7327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b5d1430ecd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b5d1430ecd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285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b5d1430ecd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b5d1430ecd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1988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b5d1430ecd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b5d1430ecd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98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5d1430ecd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b5d1430ecd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9333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b5d1430ec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b5d1430ec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2230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5d1430ecd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5d1430ecd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79242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5d1430ecd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5d1430ecd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3655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b5d1430ecd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b5d1430ecd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3765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b5d1430ecd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b5d1430ecd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6529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b5d1430ecd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b5d1430ecd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9851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5d1430ecd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b5d1430ecd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1511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b5d1430ecd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b5d1430ecd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6995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b5d1430ecd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b5d1430ecd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9283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b5d1430ecd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b5d1430ecd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3439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b5d1430ecd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b5d1430ecd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168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umpy/num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NUMPY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DAY -1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is a Python library used for working with arrays.</a:t>
            </a:r>
            <a:endParaRPr sz="20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It also has functions for working in domain of linear algebra, fourier transform, and matrices.</a:t>
            </a:r>
            <a:endParaRPr sz="20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was created in 2005 by Travis Oliphant. It is an open source project and you can use it freely.</a:t>
            </a:r>
            <a:endParaRPr sz="20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stands for Numerical Python.</a:t>
            </a:r>
            <a:endParaRPr sz="20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Why Use NumPy?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In Python we have lists that serve the purpose of arrays, but they are slow to process.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aims to provide an array object that is up to 50x faster than traditional Python lists.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array object in NumPy is called </a:t>
            </a:r>
            <a:r>
              <a:rPr lang="en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ndarray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, it provides a lot of supporting functions that make working with </a:t>
            </a:r>
            <a:r>
              <a:rPr lang="en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ndarray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very easy.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Arrays are very frequently used in data science, where speed and resources are very important.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Why is NumPy Faster Than Lists?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arrays are stored at one continuous place in memory unlike lists, so processes can access and manipulate them very efficiently.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This behavior is called locality of reference in computer science.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This is the main reason why NumPy is faster than lists. Also it is optimized to work with latest CPU architectures.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-243105" y="1297148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1" indent="0">
              <a:spcBef>
                <a:spcPts val="800"/>
              </a:spcBef>
              <a:buNone/>
            </a:pP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Which Language is NumPy written in?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1" indent="0">
              <a:spcBef>
                <a:spcPts val="1400"/>
              </a:spcBef>
              <a:buNone/>
            </a:pPr>
            <a:r>
              <a:rPr lang="en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is a Python library and is written partially in Python, but most of the parts that require fast computation are written in C or C++.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1" indent="0">
              <a:spcBef>
                <a:spcPts val="1400"/>
              </a:spcBef>
              <a:buNone/>
            </a:pPr>
            <a:endParaRPr sz="1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1" indent="0">
              <a:spcBef>
                <a:spcPts val="1400"/>
              </a:spcBef>
              <a:buNone/>
            </a:pP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1" indent="0">
              <a:spcBef>
                <a:spcPts val="1400"/>
              </a:spcBef>
              <a:buNone/>
            </a:pP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457200" lvl="1" indent="0">
              <a:spcBef>
                <a:spcPts val="1400"/>
              </a:spcBef>
              <a:buNone/>
            </a:pP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1" indent="0">
              <a:spcBef>
                <a:spcPts val="1400"/>
              </a:spcBef>
              <a:spcAft>
                <a:spcPts val="1200"/>
              </a:spcAft>
              <a:buNone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Where is the NumPy Codebase?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source code for NumPy is located at this github repository </a:t>
            </a:r>
            <a:r>
              <a:rPr lang="en" u="sng" dirty="0">
                <a:solidFill>
                  <a:schemeClr val="hlink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  <a:hlinkClick r:id="rId3"/>
              </a:rPr>
              <a:t>https://github.com/numpy/numpy</a:t>
            </a:r>
            <a:endParaRPr u="sng" dirty="0">
              <a:solidFill>
                <a:schemeClr val="hlink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github: enables many people to work on the same codebase.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 numpy as np</a:t>
            </a:r>
            <a:endParaRPr dirty="0"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numpy.array([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(arr)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20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20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(np.__version__)</a:t>
            </a:r>
            <a:endParaRPr sz="2000" dirty="0">
              <a:solidFill>
                <a:srgbClr val="0000CD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229507" y="7987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Create a NumPy ndarray Object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is used to work with arrays. The array object in NumPy is called </a:t>
            </a:r>
            <a:r>
              <a:rPr lang="en" sz="16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ndarray</a:t>
            </a:r>
            <a:r>
              <a:rPr lang="en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. (n dimensional array)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We can create a NumPy </a:t>
            </a:r>
            <a:r>
              <a:rPr lang="en" sz="16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ndarray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object by using the </a:t>
            </a:r>
            <a:r>
              <a:rPr lang="en" sz="16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array()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function.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6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6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(arr)</a:t>
            </a:r>
            <a:endParaRPr sz="16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</a:t>
            </a:r>
            <a:r>
              <a:rPr lang="en" sz="16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type</a:t>
            </a: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(arr)) 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type(): This built-in Python function tells us the type of the object passed to it. Like in above code it shows that </a:t>
            </a:r>
            <a:r>
              <a:rPr lang="en" sz="1600" dirty="0">
                <a:solidFill>
                  <a:srgbClr val="DC143C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</a:t>
            </a:r>
            <a:r>
              <a:rPr lang="en" sz="16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is </a:t>
            </a:r>
            <a:r>
              <a:rPr lang="en" sz="1600" dirty="0">
                <a:solidFill>
                  <a:srgbClr val="DC143C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numpy.ndarray</a:t>
            </a:r>
            <a:r>
              <a:rPr lang="en" sz="16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type.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To create an </a:t>
            </a:r>
            <a:r>
              <a:rPr lang="en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ndarray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, we can pass a list, tuple or any array-like object into the </a:t>
            </a:r>
            <a:r>
              <a:rPr lang="en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array()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method, and it will be converted into an </a:t>
            </a:r>
            <a:r>
              <a:rPr lang="en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ndarray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: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np.array((</a:t>
            </a:r>
            <a:r>
              <a:rPr lang="en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))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(arr)</a:t>
            </a: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Dimensions in Arrays</a:t>
            </a:r>
            <a:endParaRPr sz="16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 dimension in arrays is one level of array depth (nested arrays).</a:t>
            </a:r>
            <a:endParaRPr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Nested array: are arrays that have arrays as their elements.</a:t>
            </a:r>
            <a:endParaRPr sz="1600" dirty="0">
              <a:solidFill>
                <a:srgbClr val="000000"/>
              </a:solidFill>
              <a:highlight>
                <a:srgbClr val="FFFFCC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rgbClr val="000000"/>
              </a:solidFill>
              <a:highlight>
                <a:srgbClr val="FFFFCC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sz="115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135" name="Google Shape;135;p24"/>
          <p:cNvGrpSpPr/>
          <p:nvPr/>
        </p:nvGrpSpPr>
        <p:grpSpPr>
          <a:xfrm>
            <a:off x="416734" y="3057036"/>
            <a:ext cx="7653452" cy="936679"/>
            <a:chOff x="1593000" y="2322568"/>
            <a:chExt cx="6099340" cy="643500"/>
          </a:xfrm>
        </p:grpSpPr>
        <p:sp>
          <p:nvSpPr>
            <p:cNvPr id="136" name="Google Shape;136;p2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>
                  <a:highlight>
                    <a:srgbClr val="FFFFFF"/>
                  </a:highlight>
                  <a:latin typeface="Verdana"/>
                  <a:ea typeface="Verdana"/>
                  <a:cs typeface="Verdana"/>
                  <a:sym typeface="Verdana"/>
                </a:rPr>
                <a:t>An array that has 1-D arrays as its elements is called a 2-D array.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dirty="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2 D</a:t>
              </a:r>
              <a:endParaRPr sz="2600"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42" name="Google Shape;142;p24"/>
            <p:cNvSpPr/>
            <p:nvPr/>
          </p:nvSpPr>
          <p:spPr>
            <a:xfrm>
              <a:off x="4387840" y="2323745"/>
              <a:ext cx="33045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import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numpy </a:t>
              </a: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np</a:t>
              </a:r>
              <a:endParaRPr sz="1100" dirty="0"/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arr = np.array([[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], 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6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]])</a:t>
              </a:r>
              <a:endParaRPr sz="1100" dirty="0"/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(arr)</a:t>
              </a:r>
              <a:endParaRPr sz="8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" name="Google Shape;143;p24"/>
          <p:cNvGrpSpPr/>
          <p:nvPr/>
        </p:nvGrpSpPr>
        <p:grpSpPr>
          <a:xfrm>
            <a:off x="416734" y="2103420"/>
            <a:ext cx="7715840" cy="936679"/>
            <a:chOff x="1593000" y="2322568"/>
            <a:chExt cx="6149059" cy="643500"/>
          </a:xfrm>
        </p:grpSpPr>
        <p:sp>
          <p:nvSpPr>
            <p:cNvPr id="144" name="Google Shape;144;p2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Verdana"/>
                  <a:ea typeface="Verdana"/>
                  <a:cs typeface="Verdana"/>
                  <a:sym typeface="Verdana"/>
                </a:rPr>
                <a:t>An array that has 0-D arrays as its elements is called uni-dimensional or 1-D array.</a:t>
              </a:r>
              <a:endParaRPr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1 D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50" name="Google Shape;150;p24"/>
            <p:cNvSpPr/>
            <p:nvPr/>
          </p:nvSpPr>
          <p:spPr>
            <a:xfrm>
              <a:off x="4770859" y="2323157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import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numpy </a:t>
              </a: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np</a:t>
              </a:r>
              <a:endParaRPr sz="1100" dirty="0"/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arr = np.array([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])</a:t>
              </a:r>
              <a:endParaRPr sz="1100" dirty="0"/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(arr)</a:t>
              </a:r>
              <a:endParaRPr sz="8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24"/>
          <p:cNvGrpSpPr/>
          <p:nvPr/>
        </p:nvGrpSpPr>
        <p:grpSpPr>
          <a:xfrm>
            <a:off x="416734" y="1149791"/>
            <a:ext cx="7476067" cy="936679"/>
            <a:chOff x="1593000" y="2322568"/>
            <a:chExt cx="5957975" cy="643500"/>
          </a:xfrm>
        </p:grpSpPr>
        <p:sp>
          <p:nvSpPr>
            <p:cNvPr id="152" name="Google Shape;152;p2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Verdana"/>
                  <a:ea typeface="Verdana"/>
                  <a:cs typeface="Verdana"/>
                  <a:sym typeface="Verdana"/>
                </a:rPr>
                <a:t>0-D arrays, or Scalars, are the elements in an array. Each value in an array is a 0-D array.</a:t>
              </a:r>
              <a:endParaRPr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6" name="Google Shape;156;p2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dirty="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 D</a:t>
              </a:r>
              <a:endParaRPr sz="2600"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58" name="Google Shape;158;p24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import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numpy </a:t>
              </a: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np</a:t>
              </a:r>
              <a:endParaRPr sz="1100" dirty="0"/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arr = np.array(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42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50" dirty="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(arr)</a:t>
              </a:r>
              <a:endParaRPr sz="8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" name="Google Shape;159;p24"/>
          <p:cNvGrpSpPr/>
          <p:nvPr/>
        </p:nvGrpSpPr>
        <p:grpSpPr>
          <a:xfrm>
            <a:off x="416734" y="4010661"/>
            <a:ext cx="7906420" cy="936679"/>
            <a:chOff x="1593000" y="2322568"/>
            <a:chExt cx="6300940" cy="643500"/>
          </a:xfrm>
        </p:grpSpPr>
        <p:sp>
          <p:nvSpPr>
            <p:cNvPr id="160" name="Google Shape;160;p2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Verdana"/>
                  <a:ea typeface="Verdana"/>
                  <a:cs typeface="Verdana"/>
                  <a:sym typeface="Verdana"/>
                </a:rPr>
                <a:t>An array that has 2-D arrays (matrices) as its elements is called 3-D array.</a:t>
              </a:r>
              <a:endParaRPr sz="1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4" name="Google Shape;164;p2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3 D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66" name="Google Shape;166;p24"/>
            <p:cNvSpPr/>
            <p:nvPr/>
          </p:nvSpPr>
          <p:spPr>
            <a:xfrm>
              <a:off x="4387840" y="2323745"/>
              <a:ext cx="35061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import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numpy </a:t>
              </a: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np</a:t>
              </a:r>
              <a:endParaRPr sz="1100" dirty="0"/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arr = np.array([[[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], 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6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]], [[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], [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" sz="1150" dirty="0">
                  <a:solidFill>
                    <a:srgbClr val="FF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6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]]])</a:t>
              </a:r>
              <a:endParaRPr sz="1100" dirty="0"/>
            </a:p>
            <a:p>
              <a:pPr marL="4572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 dirty="0">
                  <a:solidFill>
                    <a:srgbClr val="0000CD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lang="en" sz="1150" dirty="0"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(arr)</a:t>
              </a:r>
              <a:endParaRPr sz="8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body" idx="1"/>
          </p:nvPr>
        </p:nvSpPr>
        <p:spPr>
          <a:xfrm>
            <a:off x="198684" y="1180272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Check Number of Dimensions?</a:t>
            </a:r>
            <a:endParaRPr sz="14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Arrays provides the </a:t>
            </a:r>
            <a:r>
              <a:rPr lang="en" sz="14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ndim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attribute that returns an integer that tells us how many dimensions the array have.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4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 = np.array(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42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b = np.array([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 = np.array([[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d = np.array([[[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]], [[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4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]]])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(a.ndim)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(b.ndim)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(c.ndim)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(d.ndim)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Higher Dimensional Arrays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An array can have any number of dimensions.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When the array is created, you can define the number of dimensions by using the 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ndmin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argument.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import numpy as np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arr = np.array([1, 2, 3, 4], ndmin=5)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print(arr)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print('number of dimensions :', arr.ndim)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1"/>
          </p:nvPr>
        </p:nvSpPr>
        <p:spPr>
          <a:xfrm>
            <a:off x="311700" y="1009471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Higher Dimensional Arrays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An array can have any number of dimensions.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When the array is created, you can define the number of dimensions by using the 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ndmin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argument.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import numpy as np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arr = np.array([1, 2, 3, 4], ndmin=5)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print(arr)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print('number of dimensions :', arr.ndim)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O/P: [[[[[1 2 3 4]]]]]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number of dimensions : 5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CREATING ARRAYS</a:t>
            </a:r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In this array the innermost dimension (5th dim) has 4 elements, the 4th dim has 1 element that is the vector, the 3rd dim has 1 element that is the matrix with the vector, the 2nd dim has 1 element that is 3D array and 1st dim has 1 element that is a 4D array.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Access Array Elements</a:t>
            </a:r>
            <a:endParaRPr sz="14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Array indexing is the same as accessing an array element.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You can access an array element by referring to its index number.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indexes in NumPy arrays start with 0, meaning that the first element has index 0, and the second has index 1 etc.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 smtClean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 smtClean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 smtClean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 smtClean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14" name="Google Shape;214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arr = np.array([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(arr[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] + 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Courier New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Access 2-D Arrays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To access elements from 2-D arrays we can use comma separated integers representing the dimension and the index of the element.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Think of 2-D arrays like a table with rows and columns, where the dimension represents the row and the index represents the column.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arr[0][1]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8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9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</a:t>
            </a:r>
            <a:r>
              <a:rPr lang="en" sz="1500" dirty="0">
                <a:solidFill>
                  <a:srgbClr val="A52A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'2nd element on 1st row: '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 = np.array([[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150" dirty="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'5th element on 2nd row: '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arr[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38" name="Google Shape;238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8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9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</a:t>
            </a:r>
            <a:r>
              <a:rPr lang="en" sz="1500" dirty="0">
                <a:solidFill>
                  <a:srgbClr val="A52A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'5th element on 2nd row: '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INDEXING </a:t>
            </a:r>
            <a:endParaRPr/>
          </a:p>
        </p:txBody>
      </p:sp>
      <p:sp>
        <p:nvSpPr>
          <p:cNvPr id="244" name="Google Shape;244;p3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Negative Indexing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Use negative indexing to access an array from the end.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8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9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</a:t>
            </a:r>
            <a:r>
              <a:rPr lang="en" sz="1500" dirty="0">
                <a:solidFill>
                  <a:srgbClr val="A52A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'Last element from 2nd row: '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-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50" name="Google Shape;250;p3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Slicing arrays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Slicing in python means taking elements from one given index to another given index.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We pass slice instead of index like this: 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[</a:t>
            </a:r>
            <a:r>
              <a:rPr lang="en" sz="1500" i="1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start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i="1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end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We can also define the step, like this: 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[</a:t>
            </a:r>
            <a:r>
              <a:rPr lang="en" sz="1500" i="1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start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i="1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end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i="1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step</a:t>
            </a: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If we don't pass start its considered 0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If we don't pass end its considered length of array in that dimension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If we don't pass step its considered 1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1200"/>
              </a:spcAft>
              <a:buNone/>
            </a:pP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Note:The result </a:t>
            </a:r>
            <a:r>
              <a:rPr lang="en" sz="1500" i="1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includes</a:t>
            </a:r>
            <a:r>
              <a:rPr lang="en" sz="15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the start index, but </a:t>
            </a:r>
            <a:r>
              <a:rPr lang="en" sz="1500" i="1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excludes</a:t>
            </a:r>
            <a:r>
              <a:rPr lang="en" sz="1500" dirty="0">
                <a:solidFill>
                  <a:srgbClr val="000000"/>
                </a:solidFill>
                <a:highlight>
                  <a:srgbClr val="FFFFCC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the end index.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62" name="Google Shape;262;p4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1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:])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68" name="Google Shape;268;p4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 = np.array([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5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(arr[:</a:t>
            </a:r>
            <a:r>
              <a:rPr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74" name="Google Shape;274;p4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Negative Slicing</a:t>
            </a:r>
            <a:endParaRPr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Use the minus operator to refer to an index from the end: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Slice from the index 3 from the end to index 1 from the end:</a:t>
            </a:r>
            <a:endParaRPr sz="1150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14300" marR="1143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marR="1143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 = np.array([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marR="1143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(arr[-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:-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marR="1143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print(arr[-3:])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marR="1143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print(arr[:3])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80" name="Google Shape;280;p4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STEP</a:t>
            </a:r>
            <a:endParaRPr sz="2400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Use the </a:t>
            </a:r>
            <a:r>
              <a:rPr lang="en" sz="1200" dirty="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step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value to determine the step of the slicing: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E7E9EB"/>
                </a:highlight>
                <a:latin typeface="Verdana"/>
                <a:ea typeface="Verdana"/>
                <a:cs typeface="Verdana"/>
                <a:sym typeface="Verdana"/>
              </a:rPr>
              <a:t>Return every other element from index 1 to index 5:</a:t>
            </a:r>
            <a:endParaRPr sz="1150" dirty="0">
              <a:solidFill>
                <a:srgbClr val="000000"/>
              </a:solidFill>
              <a:highlight>
                <a:srgbClr val="E7E9EB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114300" marR="11430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marR="114300" lvl="0" indent="0" algn="l" rtl="0">
              <a:spcBef>
                <a:spcPts val="30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 = np.array([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14300" marR="114300" lvl="0" indent="0" algn="l" rtl="0">
              <a:spcBef>
                <a:spcPts val="3000"/>
              </a:spcBef>
              <a:spcAft>
                <a:spcPts val="300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50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86" name="Google Shape;286;p4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 = np.array([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 dirty="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(arr[::</a:t>
            </a:r>
            <a:r>
              <a:rPr lang="en" sz="1150" dirty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15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])//</a:t>
            </a:r>
            <a:r>
              <a:rPr lang="en" sz="1150" dirty="0">
                <a:solidFill>
                  <a:srgbClr val="000000"/>
                </a:solidFill>
                <a:highlight>
                  <a:srgbClr val="E7E9EB"/>
                </a:highlight>
                <a:latin typeface="Verdana"/>
                <a:ea typeface="Verdana"/>
                <a:cs typeface="Verdana"/>
                <a:sym typeface="Verdana"/>
              </a:rPr>
              <a:t>Return every other element from the entire array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92" name="Google Shape;292;p4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Slicing 2-D Arrays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8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9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r>
              <a:rPr lang="en" sz="1500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//</a:t>
            </a:r>
            <a:r>
              <a:rPr lang="en" sz="1500" dirty="0">
                <a:solidFill>
                  <a:srgbClr val="000000"/>
                </a:solidFill>
                <a:highlight>
                  <a:srgbClr val="E7E9EB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From the second element, slice elements from index 1 to index 4 (not included)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298" name="Google Shape;298;p4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8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9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r>
              <a:rPr lang="en" sz="1500" dirty="0">
                <a:solidFill>
                  <a:srgbClr val="00000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From both elements, return index 2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ARRAY SLICING</a:t>
            </a:r>
            <a:endParaRPr/>
          </a:p>
        </p:txBody>
      </p:sp>
      <p:sp>
        <p:nvSpPr>
          <p:cNvPr id="304" name="Google Shape;304;p4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], 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7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8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9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]])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(arr[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0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:</a:t>
            </a:r>
            <a:r>
              <a:rPr lang="en" sz="15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])//</a:t>
            </a:r>
            <a:r>
              <a:rPr lang="en" sz="1500" dirty="0">
                <a:solidFill>
                  <a:srgbClr val="000000"/>
                </a:solidFill>
                <a:highlight>
                  <a:srgbClr val="E7E9EB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From both elements, slice index 1 to index 4 (not included), this will return a 2-D array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DATA TYPES</a:t>
            </a:r>
            <a:endParaRPr/>
          </a:p>
        </p:txBody>
      </p:sp>
      <p:sp>
        <p:nvSpPr>
          <p:cNvPr id="310" name="Google Shape;310;p4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 Types in Python</a:t>
            </a:r>
            <a:endParaRPr sz="15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By default Python have these data types: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301625" algn="l" rtl="0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Verdana"/>
              <a:buChar char="●"/>
            </a:pP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strings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used to represent text data, the text is given under quote marks. e.g. "ABCD"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Verdana"/>
              <a:buChar char="●"/>
            </a:pP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integer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used to represent integer numbers. e.g. -1, -2, -3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Verdana"/>
              <a:buChar char="●"/>
            </a:pP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float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used to represent real numbers. e.g. 1.2, 42.42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Verdana"/>
              <a:buChar char="●"/>
            </a:pP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boolean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used to represent True or False.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Verdana"/>
              <a:buChar char="●"/>
            </a:pPr>
            <a:r>
              <a:rPr lang="en" sz="15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complex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used to represent complex numbers. e.g. 1.0 + 2.0j, 1.5 + 2.5j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100"/>
              </a:spcBef>
              <a:spcAft>
                <a:spcPts val="1200"/>
              </a:spcAft>
              <a:buNone/>
            </a:pPr>
            <a:endParaRPr sz="1500" dirty="0">
              <a:solidFill>
                <a:srgbClr val="0000CD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DATA TYPES</a:t>
            </a:r>
            <a:endParaRPr/>
          </a:p>
        </p:txBody>
      </p:sp>
      <p:sp>
        <p:nvSpPr>
          <p:cNvPr id="316" name="Google Shape;316;p49"/>
          <p:cNvSpPr txBox="1">
            <a:spLocks noGrp="1"/>
          </p:cNvSpPr>
          <p:nvPr>
            <p:ph type="body" idx="1"/>
          </p:nvPr>
        </p:nvSpPr>
        <p:spPr>
          <a:xfrm>
            <a:off x="311700" y="978648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 Types in NumPy</a:t>
            </a:r>
            <a:endParaRPr sz="1300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NumPy has some extra data types, and refer to data types with one character, like </a:t>
            </a: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for integers, </a:t>
            </a: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u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for unsigned integers etc.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Below is a list of all data types in NumPy and the characters used to represent them.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integer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b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boolean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u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unsigned integer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f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float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complex float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m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timedelta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M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datetime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O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object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S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string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U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unicode string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457200" lvl="0" indent="-29067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5833"/>
              <a:buFont typeface="Verdana"/>
              <a:buChar char="●"/>
            </a:pPr>
            <a:r>
              <a:rPr lang="en" sz="1300" dirty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V</a:t>
            </a:r>
            <a:r>
              <a:rPr lang="en" sz="13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- fixed chunk of memory for other type ( void )</a:t>
            </a: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100"/>
              </a:spcBef>
              <a:spcAft>
                <a:spcPts val="1200"/>
              </a:spcAft>
              <a:buNone/>
            </a:pPr>
            <a:endParaRPr sz="13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DATA TYPES</a:t>
            </a:r>
            <a:endParaRPr/>
          </a:p>
        </p:txBody>
      </p:sp>
      <p:sp>
        <p:nvSpPr>
          <p:cNvPr id="322" name="Google Shape;322;p5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 b="1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Checking the Data Type of an Array</a:t>
            </a:r>
            <a:endParaRPr sz="1500" b="1" dirty="0" smtClean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The NumPy array object has a property called </a:t>
            </a:r>
            <a:r>
              <a:rPr lang="en" sz="1500" dirty="0" smtClean="0">
                <a:solidFill>
                  <a:srgbClr val="DC143C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dtype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 that returns the data type of the array</a:t>
            </a:r>
            <a:endParaRPr sz="1500" dirty="0" smtClean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dirty="0" smtClean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 smtClean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 smtClean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 smtClean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dirty="0" smtClean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 smtClean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(arr.dtype)</a:t>
            </a:r>
            <a:endParaRPr sz="1500" dirty="0" smtClean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500" dirty="0" smtClean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  <a:p>
            <a:pPr marL="0" lvl="0" indent="0" algn="l" rtl="0">
              <a:spcBef>
                <a:spcPts val="1100"/>
              </a:spcBef>
              <a:spcAft>
                <a:spcPts val="1200"/>
              </a:spcAft>
              <a:buNone/>
            </a:pPr>
            <a:endParaRPr sz="1500" dirty="0">
              <a:solidFill>
                <a:srgbClr val="0000CD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 - DATA TYPES</a:t>
            </a:r>
            <a:endParaRPr/>
          </a:p>
        </p:txBody>
      </p:sp>
      <p:sp>
        <p:nvSpPr>
          <p:cNvPr id="328" name="Google Shape;328;p5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import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numpy </a:t>
            </a: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as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np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arr = np.array([</a:t>
            </a:r>
            <a:r>
              <a:rPr lang="en" sz="1500" dirty="0">
                <a:solidFill>
                  <a:srgbClr val="A52A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'apple'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A52A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'banana'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, </a:t>
            </a:r>
            <a:r>
              <a:rPr lang="en" sz="1500" dirty="0">
                <a:solidFill>
                  <a:srgbClr val="A52A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'cherry'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])</a:t>
            </a:r>
            <a:endParaRPr sz="1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C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print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(arr.dtype)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  <a:p>
            <a:pPr marL="0" lvl="0" indent="0" algn="l" rtl="0">
              <a:spcBef>
                <a:spcPts val="1100"/>
              </a:spcBef>
              <a:spcAft>
                <a:spcPts val="1200"/>
              </a:spcAft>
              <a:buNone/>
            </a:pPr>
            <a:endParaRPr sz="1500" dirty="0">
              <a:solidFill>
                <a:srgbClr val="0000CD"/>
              </a:solidFill>
              <a:highlight>
                <a:srgbClr val="FFFFFF"/>
              </a:highlight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2070</Words>
  <Application>Microsoft Office PowerPoint</Application>
  <PresentationFormat>On-screen Show (16:9)</PresentationFormat>
  <Paragraphs>251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Verdana</vt:lpstr>
      <vt:lpstr>Courier New</vt:lpstr>
      <vt:lpstr>PT Sans Narrow</vt:lpstr>
      <vt:lpstr>Times New Roman</vt:lpstr>
      <vt:lpstr>Roboto</vt:lpstr>
      <vt:lpstr>Open Sans</vt:lpstr>
      <vt:lpstr>Arial</vt:lpstr>
      <vt:lpstr>Roboto Thin</vt:lpstr>
      <vt:lpstr>Tropic</vt:lpstr>
      <vt:lpstr>NUMPY</vt:lpstr>
      <vt:lpstr>NUMPY</vt:lpstr>
      <vt:lpstr>NUMPY</vt:lpstr>
      <vt:lpstr>NUMPY</vt:lpstr>
      <vt:lpstr>NUMPY</vt:lpstr>
      <vt:lpstr>NUMPY</vt:lpstr>
      <vt:lpstr>Import numpy as np</vt:lpstr>
      <vt:lpstr>NUMPY</vt:lpstr>
      <vt:lpstr>NUMPY - CREATING ARRAYS</vt:lpstr>
      <vt:lpstr>NUMPY - CREATING ARRAYS</vt:lpstr>
      <vt:lpstr>NUMPY - CREATING ARRAYS</vt:lpstr>
      <vt:lpstr>NUMPY - CREATING ARRAYS</vt:lpstr>
      <vt:lpstr>NUMPY - CREATING ARRAYS</vt:lpstr>
      <vt:lpstr>NUMPY - CREATING ARRAYS</vt:lpstr>
      <vt:lpstr>NUMPY - CREATING ARRAYS</vt:lpstr>
      <vt:lpstr>NUMPY - CREATING ARRAYS</vt:lpstr>
      <vt:lpstr>NUMPY - ARRAY INDEXING </vt:lpstr>
      <vt:lpstr>NUMPY - ARRAY INDEXING </vt:lpstr>
      <vt:lpstr>NUMPY - ARRAY INDEXING </vt:lpstr>
      <vt:lpstr>NUMPY - ARRAY INDEXING </vt:lpstr>
      <vt:lpstr>NUMPY - ARRAY INDEXING </vt:lpstr>
      <vt:lpstr>NUMPY - ARRAY INDEXING </vt:lpstr>
      <vt:lpstr>NUMPY - ARRAY INDEXING </vt:lpstr>
      <vt:lpstr>NUMPY - ARRAY INDEXING </vt:lpstr>
      <vt:lpstr>NUMPY - ARRAY INDEXING </vt:lpstr>
      <vt:lpstr>NUMPY - ARRAY SLICING</vt:lpstr>
      <vt:lpstr>NUMPY - ARRAY SLICING</vt:lpstr>
      <vt:lpstr>NUMPY - ARRAY SLICING</vt:lpstr>
      <vt:lpstr>NUMPY - ARRAY SLICING</vt:lpstr>
      <vt:lpstr>NUMPY - ARRAY SLICING</vt:lpstr>
      <vt:lpstr>NUMPY - ARRAY SLICING</vt:lpstr>
      <vt:lpstr>NUMPY - ARRAY SLICING</vt:lpstr>
      <vt:lpstr>NUMPY - ARRAY SLICING</vt:lpstr>
      <vt:lpstr>NUMPY - ARRAY SLICING</vt:lpstr>
      <vt:lpstr>NUMPY - ARRAY SLICING</vt:lpstr>
      <vt:lpstr>NUMPY - DATA TYPES</vt:lpstr>
      <vt:lpstr>NUMPY - DATA TYPES</vt:lpstr>
      <vt:lpstr>NUMPY - DATA TYPES</vt:lpstr>
      <vt:lpstr>NUMPY - DATA TYPES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</dc:title>
  <dc:creator>student</dc:creator>
  <cp:lastModifiedBy>student</cp:lastModifiedBy>
  <cp:revision>10</cp:revision>
  <dcterms:modified xsi:type="dcterms:W3CDTF">2024-12-18T22:07:02Z</dcterms:modified>
</cp:coreProperties>
</file>